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thiệu: sách viết cho người chưa từng dùng AI. Mỗi bài đọc trong 5 phút, có câu lệnh sao chép nguyên văn và phiên bản đổi sẵn cho 3 cấp học.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nhóm việc tương ứng 4 buổi thực hành: Buổi 1 kỹ thuật câu lệnh, Buổi 2 kiểm tra đánh giá, Buổi 3 đa phương tiện, Buổi 4 Deep Research và chatbot.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làm việc Hỏi, Đọc, Sửa, Kiểm. Nhấn mạnh bước Kiểm: AI có thể bịa số liệu và nguồn. Sách phần A1.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Sáu vị trí cần biết trên màn hình trò chuyện với AI. Cho học viên mở chatgpt.com hoặc gemini.google.com và tìm đủ 6 vị trí. Sách phần A2.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Sáu mảnh ghép của câu lệnh tốt, tách từ câu lệnh mẫu về quang hợp. Sách phần A3.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B trong sách, bài B1 đến B7.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kỹ thuật từ dễ đến đủ. Cho học viên thử lần lượt 4 câu lệnh gốc trên cùng một chủ đề của lớp mình.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Đánh giá prompt: đối chiếu 6 mảnh ghép, thiếu gì thêm nấy. Các cụm tô vàng là mảnh ghép được bổ sung. Sách bài B5.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TPACK: điền đủ 3 dòng CK, PK, TK trong câu lệnh. Sách bài B7.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C trong sách, bài C1 đến C9.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lệnh dài chia 4 ngăn có tiêu đề #. Dấu ## đặt tên cho từng tài liệu đính kèm. Sách bài C5.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Dán nguyên văn định nghĩa 4 mức độ nhận thức vào câu lệnh để AI phân loại câu hỏi đúng. Sách bài C6.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kẻ sẵn bảng tiêu chí 4 mức, giáo viên duyệt. Sách bài C7.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D trong sách, bài D1 đến D8.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Chọn công cụ theo sản phẩm. Tên nút có thể thay đổi, hướng dẫn học viên tìm theo chức năng.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Công thức tạo ảnh: Nội dung + Phong cách. Thử cùng một nội dung với Pixar, Anime, Ghibli. Sách bài D1, D2.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E trong sách, bài E1 đến E6.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Research: giao đề bài, duyệt kế hoạch, chờ báo cáo, tự mở từng link để kiểm chứng. Sách bài E1, E2.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Tạo trợ giảng ảo 4 bước. Câu quan trọng nhất: không đưa ra ngay đáp án. Sách bài E4, E5.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Khung năng lực AI cho giáo viên của UNESCO: 5 lĩnh vực, 3 cấp độ. Sách phần 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màu đèn trước khi dán thông tin vào AI. Nhấn mạnh: không đưa thông tin cá nhân học sinh. Sách phần F2.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Gợi ý bắt đầu theo cấp học. Bảng tra đầy đủ ở Phụ lục P1 của sách.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thúc: giao bài tập về nhà là chạy 1 câu lệnh cho bài dạy tuần này và mang kết quả đến buổi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103120" cy="384048"/>
          </a:xfrm>
          <a:prstGeom prst="roundRect">
            <a:avLst>
              <a:gd name="adj" fmla="val 47619"/>
            </a:avLst>
          </a:prstGeom>
          <a:solidFill>
            <a:srgbClr val="F2B1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SỔ TAY THỰC HÀNH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DẠY CÙNG AI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câu lệnh đầu tiên đến trợ giảng ảo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Dành cho giáo viên Mầm non · Tiểu học · THCS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biết trước về AI. Làm theo từng bước là dùng được.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cuốn sách, thầy cô tự làm được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74520" cy="3108960"/>
          </a:xfrm>
          <a:prstGeom prst="roundRect">
            <a:avLst>
              <a:gd name="adj" fmla="val 7317"/>
            </a:avLst>
          </a:prstGeom>
          <a:solidFill>
            <a:srgbClr val="E9EFE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Soạn bài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Giáo án góc trạm, STEM, bài giảng 10 slide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874520" cy="3108960"/>
          </a:xfrm>
          <a:prstGeom prst="roundRect">
            <a:avLst>
              <a:gd name="adj" fmla="val 7317"/>
            </a:avLst>
          </a:prstGeom>
          <a:solidFill>
            <a:srgbClr val="E9EFEE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6002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346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đề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luận, trắc nghiệm theo ma trận, rubric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874520" cy="3108960"/>
          </a:xfrm>
          <a:prstGeom prst="roundRect">
            <a:avLst>
              <a:gd name="adj" fmla="val 7317"/>
            </a:avLst>
          </a:prstGeom>
          <a:solidFill>
            <a:srgbClr val="E9EFEE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học liệu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Ảnh, trò chơi, truyện tranh, bài hát, giọng đọc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1371600"/>
            <a:ext cx="1874520" cy="3108960"/>
          </a:xfrm>
          <a:prstGeom prst="roundRect">
            <a:avLst>
              <a:gd name="adj" fmla="val 7317"/>
            </a:avLst>
          </a:prstGeom>
          <a:solidFill>
            <a:srgbClr val="1F4E47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600200"/>
            <a:ext cx="640080" cy="6400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trợ giảng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ôn tập không đưa đáp án ngay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òng làm việc Hỏi, Đọc, Sửa, Kiể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áu vị trí cần biết trên màn hình trò chuyện với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áu mảnh ghép của câu lệnh tốt, tách từ câu lệnh mẫu về quang hợ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B1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1005840"/>
            <a:ext cx="3108960" cy="3108960"/>
          </a:xfrm>
          <a:prstGeom prst="ellipse">
            <a:avLst/>
          </a:prstGeom>
          <a:solidFill>
            <a:srgbClr val="1F4E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30936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viết câu lệnh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· Nhập vai · Đảo ngược · Kết hợp nhiều yếu tố · TPACK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ốn kỹ thuật từ dễ đến đ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Đánh giá prompt: đối chiếu 6 mảnh ghép, thiếu gì thêm nấ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PACK: điền đủ 3 dòng CK, PK, TK trong câu lện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B1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1005840"/>
            <a:ext cx="3108960" cy="3108960"/>
          </a:xfrm>
          <a:prstGeom prst="ellipse">
            <a:avLst/>
          </a:prstGeom>
          <a:solidFill>
            <a:srgbClr val="1F4E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30936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bài dạy và kiểm tra đánh giá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trạm · STEM · Đề tự luận · Trắc nghiệm theo ma trận · Rubric · Overleaf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âu lệnh dài chia 4 ngăn có tiêu đề #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án nguyên văn định nghĩa 4 mức độ nhận thức vào câu lệnh để AI phân loại câu hỏi đú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kẻ sẵn bảng tiêu chí 4 mức, giáo viên duyệ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B1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1005840"/>
            <a:ext cx="3108960" cy="3108960"/>
          </a:xfrm>
          <a:prstGeom prst="ellipse">
            <a:avLst/>
          </a:prstGeom>
          <a:solidFill>
            <a:srgbClr val="1F4E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30936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đa phương tiện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· Trò chơi · Truyện tranh · Bài hát · Giọng đọc · Hội thoại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ọn công cụ theo sản phẩ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ông thức tạo ảnh: Nội dung + Phong cá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B1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1005840"/>
            <a:ext cx="3108960" cy="3108960"/>
          </a:xfrm>
          <a:prstGeom prst="ellipse">
            <a:avLst/>
          </a:prstGeom>
          <a:solidFill>
            <a:srgbClr val="1F4E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30936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 và trợ lý chatbot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có nguồn · Kiểm chứng thông tin · Gem · Poe · Magic School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ep Research: giao đề bài, duyệt kế hoạch, chờ báo cáo, tự mở từng link để kiểm chứ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ạo trợ giảng ảo 4 bướ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hung năng lực AI cho giáo viên của UNESCO: 5 lĩnh vực, 3 cấp đ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 màu đèn trước khi dán thông tin vào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ợi ý bắt đầu theo cấp họ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4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ngay hôm nay với 1 câu lệnh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80467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4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tôi gợi ý bài giảng về chủ đề [bài thầy cô dạy tuần này] cho học sinh [lớp mấy].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Hỏi  ·  Đọc  ·  Sửa  ·  Kiểm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câu lệnh trong khóa học có sẵn trong sách Dạy cùng AI và Thư viện câu lệnh đi kèm.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Dạy cùng AI</dc:title>
  <dc:subject>PptxGenJS Presentation</dc:subject>
  <dc:creator>PptxGenJS</dc:creator>
  <cp:lastModifiedBy>PptxGenJS</cp:lastModifiedBy>
  <cp:revision>1</cp:revision>
  <dcterms:created xsi:type="dcterms:W3CDTF">2026-09-30T04:04:21Z</dcterms:created>
  <dcterms:modified xsi:type="dcterms:W3CDTF">2026-09-30T04:04:21Z</dcterms:modified>
</cp:coreProperties>
</file>
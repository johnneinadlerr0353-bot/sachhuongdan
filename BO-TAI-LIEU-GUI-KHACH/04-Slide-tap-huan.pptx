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bộ tài liệu viết cho người chưa từng dùng AI. Góc dưới mỗi slide có ô ghi bài và trang trong sách để học viên mở ra làm theo.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nhóm việc, tương ứng các phần trong sách.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Bộ tài liệu đối chiếu với văn bản pháp luật và hướng dẫn chuyên môn. Sách là tài liệu tham khảo của tác giả, không thay thế văn bản gốc.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làm việc Hỏi, Đọc, Sửa, Kiểm. Nhấn mạnh bước Kiểm. Học viên mở tệp 01, Bài 1, trang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Sáu vị trí trên màn hình trò chuyện với AI. Cho học viên mở chatgpt.com và tìm đủ 6 vị trí. Học viên mở tệp 01, Bài 2, trang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Sáu mảnh ghép của câu lệnh tốt. Học viên mở tệp 01, Bài 3, trang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2 trong sách.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cách hỏi từ dễ đến đủ. Học viên thử lần lượt 4 câu lệnh trên cùng một bài dạy. Học viên mở tệp 01, Bài 4 (trang 15) đến Bài 7 (trang 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Tự chấm câu lệnh theo 6 mảnh ghép, thiếu gì thêm nấy. Học viên mở tệp 01, Bài 8, trang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TPACK: điền đủ 3 dòng CK, PK, TK. Học viên mở tệp 01, Bài 10, trang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3 trong sách.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lệnh dài chia 4 ngăn có tiêu đề #. Học viên mở tệp 01, Bài 15, trang 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Dán nguyên văn định nghĩa 4 mức độ nhận thức vào câu lệnh. Học viên mở tệp 01, Bài 16, trang 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kẻ bảng tiêu chí 4 mức, giáo viên duyệt. Học viên mở tệp 01, Bài 17, trang 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4 trong sách.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Chọn công cụ theo sản phẩm muốn làm. Học viên mở tệp 01, Phần 4, trang 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lệnh tạo ảnh: Nội dung + Phong cách. Học viên mở tệp 01, Bài 20, trang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5 và Phần 6 trong sách.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Research: giao đề bài, duyệt kế hoạch, chờ báo cáo, tự mở từng link để kiểm. Học viên mở tệp 01, Bài 28, trang 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Tạo trợ giảng ảo 4 bước. Câu quan trọng nhất: không đưa ra ngay đáp án. Học viên mở tệp 01, Bài 31, trang 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Khung năng lực AI cho giáo viên của UNESCO: 5 lĩnh vực, 3 cấp độ. Học viên mở tệp 01, Bài 34, trang 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màu đèn trước khi dán thông tin vào AI. Học viên mở tệp 01, Bài 35, trang 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Gợi ý bắt đầu theo cấp học. Học viên mở tệp 01, Phụ lục 1, trang 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Giao bài về nhà: chạy 1 câu lệnh cho bài dạy tuần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SỔ TAY THỰC HÀNH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cùng AI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Cầm tay chỉ việc: từ câu lệnh đầu tiên đến trợ giảng 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giáo viên Mầm non · Tiểu học · THCS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slide ghi rõ bài và trang để đọc kỹ trong sách (tệp 01).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khóa học, thầy cô tự làm được 4 việc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CFE8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Soạn bài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Giáo án góc trạm, STEM, bài giảng 10 slide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Sách: Phần 3, trang 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2588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554480"/>
            <a:ext cx="548640" cy="548640"/>
          </a:xfrm>
          <a:prstGeom prst="ellipse">
            <a:avLst/>
          </a:prstGeom>
          <a:solidFill>
            <a:srgbClr val="CFE8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34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đề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0175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luận, trắc nghiệm theo ma trận, bảng tiêu chí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Sách: Phần 3, trang 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554480"/>
            <a:ext cx="548640" cy="548640"/>
          </a:xfrm>
          <a:prstGeom prst="ellipse">
            <a:avLst/>
          </a:prstGeom>
          <a:solidFill>
            <a:srgbClr val="CFE8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học liệu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0175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Ảnh, trò chơi, truyện tranh, bài hát, giọng đọc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Sách: Phần 4, trang 39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132588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2E3A67"/>
          </a:solidFill>
          <a:ln w="12700">
            <a:solidFill>
              <a:srgbClr val="2E3A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554480"/>
            <a:ext cx="548640" cy="548640"/>
          </a:xfrm>
          <a:prstGeom prst="ellipse">
            <a:avLst/>
          </a:prstGeom>
          <a:solidFill>
            <a:srgbClr val="CFE8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trợ giảng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0175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ôn bài, không đưa đáp án ngay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F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Sách: Phần 5, trang 54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CỨ BIÊN SOẠN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Dựa trên văn bản 2025-2026, hướng tới 2030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46888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Chiến lược quốc gia về AI đến 2030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QĐ 1671/QĐ-TTg · 28/8/2026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là năng lực cốt lõi quốc gia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Phát triển nhân lực AI đến 2030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QĐ 1528/QĐ-TTg · 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Nâng năng lực AI của người lao động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Đột phá phát triển giáo dục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NQ 71-NQ/TW · 22/8/2025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Mục tiêu giáo dục đến 2030, 2045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Luật Trí tuệ nhân tạo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134/2025/QH15 · hiệu lực 01/3/2026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người quyết định, gắn nhãn nội dung 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Luật Bảo vệ dữ liệu cá nhân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91/2025/QH15 · hiệu lực 01/1/2026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đưa dữ liệu học sinh vào 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Khung năng lực số cho người học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 02/2025/TT-BGDĐT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Học sinh dùng AI an toàn, trung thực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Hướng dẫn dùng AI dạy học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 2250 · CV 5835 (2025)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A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Bồi dưỡng giáo viên ứng dụng 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5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Đầy đủ 17 văn bản: sách, trang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òng làm việc Hỏi, Đọc, Sửa, Kiể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1, trang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áu vị trí trên màn hình trò chuyện với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2, trang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áu mảnh ghép của câu lệnh tố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3, trang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FE8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1097280"/>
            <a:ext cx="2743200" cy="2743200"/>
          </a:xfrm>
          <a:prstGeom prst="ellipse">
            <a:avLst/>
          </a:prstGeom>
          <a:solidFill>
            <a:srgbClr val="2E3A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12648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câu lệnh cho AI hiểu ý mình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thẳng · Nhập vai · Đảo ngược · Kết hợp · TPACK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4 đến Bài 10 · sách trang 15 đến 25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ốn cách hỏi từ dễ đến đ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4 (trang 15) đến Bài 7 (trang 19)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ự chấm câu lệnh theo 6 mảnh ghép, thiếu gì thêm nấ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8, trang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PACK: điền đủ 3 dòng CK, PK, T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10, trang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FE8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1097280"/>
            <a:ext cx="2743200" cy="2743200"/>
          </a:xfrm>
          <a:prstGeom prst="ellipse">
            <a:avLst/>
          </a:prstGeom>
          <a:solidFill>
            <a:srgbClr val="2E3A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12648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Soạn bài và ra đề cùng AI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trạm · STEM · Đề tự luận · Trắc nghiệm theo ma trận · Rubric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11 đến Bài 19 · sách trang 27 đến 38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âu lệnh dài chia 4 ngăn có tiêu đề #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15, trang 31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án nguyên văn định nghĩa 4 mức độ nhận thức vào câu lện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16, trang 33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kẻ bảng tiêu chí 4 mức, giáo viên duyệ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17, trang 35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FE8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1097280"/>
            <a:ext cx="2743200" cy="2743200"/>
          </a:xfrm>
          <a:prstGeom prst="ellipse">
            <a:avLst/>
          </a:prstGeom>
          <a:solidFill>
            <a:srgbClr val="2E3A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12648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ảnh, trò chơi, bài hát, giọng đọc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· Trò chơi · Truyện tranh · Bài hát · Giọng đọc · Hội thoại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20 đến Bài 27 · sách trang 40 đến 53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ọn công cụ theo sản phẩm muốn là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Phần 4, trang 39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âu lệnh tạo ảnh: Nội dung + Phong cá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20, trang 40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FE8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1097280"/>
            <a:ext cx="2743200" cy="2743200"/>
          </a:xfrm>
          <a:prstGeom prst="ellipse">
            <a:avLst/>
          </a:prstGeom>
          <a:solidFill>
            <a:srgbClr val="2E3A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12648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tài liệu, trợ giảng ảo và dùng AI an toàn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 · Gem · Poe · Magic School · An toàn, đúng luật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28 đến Bài 36 · sách trang 55 đến 68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ep Research: giao đề bài, duyệt kế hoạch, chờ báo cáo, tự mở từng link để kiể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28, trang 55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ạo trợ giảng ảo 4 bướ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31, trang 59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hung năng lực AI cho giáo viên của UNESCO: 5 lĩnh vực, 3 cấp đ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34, trang 66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 màu đèn trước khi dán thông tin vào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Bài 35, trang 67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ợi ý bắt đầu theo cấp họ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473659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89320" y="4736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trong sách: Phụ lục 1, trang 70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3A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ngay hôm nay với một câu lệnh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CFE8E0"/>
          </a:solidFill>
          <a:ln w="12700">
            <a:solidFill>
              <a:srgbClr val="CFE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tôi gợi ý bài giảng về chủ đề [bài thầy cô dạy tuần này] cho học sinh [lớp mấy].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theo sách: Bài 2, trang 10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cá nhân của tác giả · Mua chính thức trên The Builder (thebuilder.work), thanh toán quét VietQR, không giao dịch ngoài.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tạo riêng online cho trường, tổ chuyên môn: [EMAIL CỦA BẠN]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Dạy cùng AI · Slide tập huấn</dc:title>
  <dc:subject>PptxGenJS Presentation</dc:subject>
  <dc:creator>PptxGenJS</dc:creator>
  <cp:lastModifiedBy>PptxGenJS</cp:lastModifiedBy>
  <cp:revision>1</cp:revision>
  <dcterms:created xsi:type="dcterms:W3CDTF">2026-09-30T05:14:29Z</dcterms:created>
  <dcterms:modified xsi:type="dcterms:W3CDTF">2026-09-30T05:14:29Z</dcterms:modified>
</cp:coreProperties>
</file>